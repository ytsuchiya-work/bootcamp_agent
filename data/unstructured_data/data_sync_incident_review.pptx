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データ同期エラー インシデントレビュー</a:t>
            </a:r>
          </a:p>
          <a:p>
            <a:r>
              <a:rPr sz="2000">
                <a:solidFill>
                  <a:srgbClr val="555555"/>
                </a:solidFill>
              </a:rPr>
              <a:t>2026年9月 / CloudBridge サポート・エンジニアリング合同レビュー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インシデント概要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22222"/>
                </a:solidFill>
              </a:rPr>
              <a:t>・対象顧客: さくらリテール株式会社（Customer ID: CUST-0007）</a:t>
            </a:r>
          </a:p>
          <a:p>
            <a:pPr/>
            <a:r>
              <a:rPr sz="1800">
                <a:solidFill>
                  <a:srgbClr val="222222"/>
                </a:solidFill>
              </a:rPr>
              <a:t>・関連チケット: TICK-10204 / TICK-10206 / TICK-10209（いずれもデータ同期エラー、緊急）</a:t>
            </a:r>
          </a:p>
          <a:p>
            <a:pPr/>
            <a:r>
              <a:rPr sz="1800">
                <a:solidFill>
                  <a:srgbClr val="222222"/>
                </a:solidFill>
              </a:rPr>
              <a:t>・発生期間: 2026年9月10日〜9月18日の間に同一エラーで3回再発</a:t>
            </a:r>
          </a:p>
          <a:p>
            <a:pPr/>
            <a:r>
              <a:rPr sz="1800">
                <a:solidFill>
                  <a:srgbClr val="222222"/>
                </a:solidFill>
              </a:rPr>
              <a:t>・エラー内容: Connector社APIから Error 429 (Too Many Requests) が返却され同期ジョブが失敗</a:t>
            </a:r>
          </a:p>
          <a:p>
            <a:pPr/>
            <a:r>
              <a:rPr sz="1800">
                <a:solidFill>
                  <a:srgbClr val="222222"/>
                </a:solidFill>
              </a:rPr>
              <a:t>・影響: 月次レポート作成業務への支障、顧客からの強いエスカレーション、契約更新への懸念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タイムライン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222222"/>
                </a:solidFill>
              </a:rPr>
              <a:t>・9/8  Connector社がAPIレート制限を 120回/分 → 60回/分 に変更（個別通知なし）</a:t>
            </a:r>
          </a:p>
          <a:p>
            <a:pPr/>
            <a:r>
              <a:rPr sz="2000">
                <a:solidFill>
                  <a:srgbClr val="222222"/>
                </a:solidFill>
              </a:rPr>
              <a:t>・9/10  TICK-10204 初回発生。手動再実行で復旧</a:t>
            </a:r>
          </a:p>
          <a:p>
            <a:pPr/>
            <a:r>
              <a:rPr sz="2000">
                <a:solidFill>
                  <a:srgbClr val="222222"/>
                </a:solidFill>
              </a:rPr>
              <a:t>・9/14  同一エラーで再発（2回目）。Connector社リリースノートからレート制限変更を発見</a:t>
            </a:r>
          </a:p>
          <a:p>
            <a:pPr/>
            <a:r>
              <a:rPr sz="2000">
                <a:solidFill>
                  <a:srgbClr val="222222"/>
                </a:solidFill>
              </a:rPr>
              <a:t>・9/18  3回目の再発。カスタマーサクセスよりエンジニアリングへ緊急エスカレーション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根本原因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222222"/>
                </a:solidFill>
              </a:rPr>
              <a:t>・Connector社（外部データ連携APIプロバイダ）が事前通知なしにAPIレート制限を変更</a:t>
            </a:r>
          </a:p>
          <a:p>
            <a:pPr/>
            <a:r>
              <a:rPr sz="2000">
                <a:solidFill>
                  <a:srgbClr val="222222"/>
                </a:solidFill>
              </a:rPr>
              <a:t>・CloudBridge の同期バッチが旧レート制限（120回/分）を前提にした固定間隔リトライのままだった</a:t>
            </a:r>
          </a:p>
          <a:p>
            <a:pPr/>
            <a:r>
              <a:rPr sz="2000">
                <a:solidFill>
                  <a:srgbClr val="222222"/>
                </a:solidFill>
              </a:rPr>
              <a:t>・新しい制限（60回/分）を超えてAPIを呼び出し続けた結果、HTTP 429 エラーが多発し同期が失敗</a:t>
            </a:r>
          </a:p>
          <a:p>
            <a:pPr/>
            <a:r>
              <a:rPr sz="2000">
                <a:solidFill>
                  <a:srgbClr val="222222"/>
                </a:solidFill>
              </a:rPr>
              <a:t>・単発の障害ではなく、同期頻度の高い顧客構成において再現する構造的な問題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対応策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222222"/>
                </a:solidFill>
              </a:rPr>
              <a:t>・同期バッチに exponential backoff ロジックを実装（担当: Data Sync Platform チーム、期限: 10/15）</a:t>
            </a:r>
          </a:p>
          <a:p>
            <a:pPr/>
            <a:r>
              <a:rPr sz="2000">
                <a:solidFill>
                  <a:srgbClr val="222222"/>
                </a:solidFill>
              </a:rPr>
              <a:t>・Connector社APIの仕様・レート制限変更を監視するアラートを追加（担当: SREチーム）</a:t>
            </a:r>
          </a:p>
          <a:p>
            <a:pPr/>
            <a:r>
              <a:rPr sz="2000">
                <a:solidFill>
                  <a:srgbClr val="222222"/>
                </a:solidFill>
              </a:rPr>
              <a:t>・サポートナレッジベース／リリースノートに外部連携先の仕様変更に関する注意事項を追記（担当: サポート）</a:t>
            </a:r>
          </a:p>
          <a:p>
            <a:pPr/>
            <a:r>
              <a:rPr sz="2000">
                <a:solidFill>
                  <a:srgbClr val="222222"/>
                </a:solidFill>
              </a:rPr>
              <a:t>・同様の高頻度同期構成を持つ他顧客への事前影響確認と連絡（担当: カスタマーサクセス）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影響範囲とフォローアップ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222222"/>
                </a:solidFill>
              </a:rPr>
              <a:t>・影響を受ける可能性のある顧客（CUST-0012, CUST-0019 等）への事前連絡を実施</a:t>
            </a:r>
          </a:p>
          <a:p>
            <a:pPr/>
            <a:r>
              <a:rPr sz="2000">
                <a:solidFill>
                  <a:srgbClr val="222222"/>
                </a:solidFill>
              </a:rPr>
              <a:t>・恒久対応の実装後、再発がないことを2週間モニタリングして完了判定</a:t>
            </a:r>
          </a:p>
          <a:p>
            <a:pPr/>
            <a:r>
              <a:rPr sz="2000">
                <a:solidFill>
                  <a:srgbClr val="222222"/>
                </a:solidFill>
              </a:rPr>
              <a:t>・さくらリテール株式会社 への対応状況の定期報告（カスタマーサクセス主導）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